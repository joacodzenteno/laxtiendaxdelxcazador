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21fab7df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21fab7df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21fab7df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21fab7df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21fab7df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21fab7df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21fab7df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21fab7df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21fab7df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21fab7df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fondoPagedit - cop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6868"/>
            <a:ext cx="9143998" cy="388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32635" l="0" r="0" t="36456"/>
          <a:stretch/>
        </p:blipFill>
        <p:spPr>
          <a:xfrm>
            <a:off x="6795900" y="367948"/>
            <a:ext cx="2143125" cy="6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731200" y="1815350"/>
            <a:ext cx="3867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</a:rPr>
              <a:t>PRESENTACION FULL STACK 2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9258" y="2313391"/>
            <a:ext cx="2865500" cy="516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311700" y="3565275"/>
            <a:ext cx="2223300" cy="8667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Integrantes: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s">
                <a:solidFill>
                  <a:schemeClr val="dk1"/>
                </a:solidFill>
              </a:rPr>
              <a:t>Joaquín Zenteno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s">
                <a:solidFill>
                  <a:schemeClr val="dk1"/>
                </a:solidFill>
              </a:rPr>
              <a:t>Ignacio López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fondoPagedit - cop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6868"/>
            <a:ext cx="9143998" cy="388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b="32635" l="0" r="0" t="36456"/>
          <a:stretch/>
        </p:blipFill>
        <p:spPr>
          <a:xfrm>
            <a:off x="6795900" y="367948"/>
            <a:ext cx="2143125" cy="6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125600" y="1528200"/>
            <a:ext cx="29829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</a:rPr>
              <a:t>Introducción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8" y="367941"/>
            <a:ext cx="2865500" cy="51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450" y="2190599"/>
            <a:ext cx="8237100" cy="25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 title="fondoPagedit - cop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6868"/>
            <a:ext cx="9143998" cy="388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 b="32635" l="0" r="0" t="36456"/>
          <a:stretch/>
        </p:blipFill>
        <p:spPr>
          <a:xfrm>
            <a:off x="6795900" y="367948"/>
            <a:ext cx="2143125" cy="6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080550" y="2240550"/>
            <a:ext cx="29829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</a:rPr>
              <a:t>CONTENIDO WEB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8" y="367941"/>
            <a:ext cx="2865500" cy="5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 title="fondoPagedit - cop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6868"/>
            <a:ext cx="9143998" cy="388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b="32635" l="0" r="0" t="36456"/>
          <a:stretch/>
        </p:blipFill>
        <p:spPr>
          <a:xfrm>
            <a:off x="6795900" y="367948"/>
            <a:ext cx="2143125" cy="6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080550" y="2240550"/>
            <a:ext cx="29829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</a:rPr>
              <a:t>ESTILOS .CSS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8" y="367941"/>
            <a:ext cx="2865500" cy="5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 title="fondoPagedit - cop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6868"/>
            <a:ext cx="9143998" cy="388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 rotWithShape="1">
          <a:blip r:embed="rId4">
            <a:alphaModFix/>
          </a:blip>
          <a:srcRect b="32635" l="0" r="0" t="36456"/>
          <a:stretch/>
        </p:blipFill>
        <p:spPr>
          <a:xfrm>
            <a:off x="6795900" y="367948"/>
            <a:ext cx="2143125" cy="6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3080550" y="2240550"/>
            <a:ext cx="29829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</a:rPr>
              <a:t>VALIDACIÓN Y JAVASCRIPT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8" y="367941"/>
            <a:ext cx="2865500" cy="5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8" title="fondoPagedit - cop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6868"/>
            <a:ext cx="9143998" cy="388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 rotWithShape="1">
          <a:blip r:embed="rId4">
            <a:alphaModFix/>
          </a:blip>
          <a:srcRect b="32635" l="0" r="0" t="36456"/>
          <a:stretch/>
        </p:blipFill>
        <p:spPr>
          <a:xfrm>
            <a:off x="6795900" y="367948"/>
            <a:ext cx="2143125" cy="6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587650" y="2171725"/>
            <a:ext cx="29829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</a:rPr>
              <a:t>Trabajo colaborativo: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</a:rPr>
              <a:t>GitHub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8" y="367941"/>
            <a:ext cx="2865500" cy="51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0550" y="1306525"/>
            <a:ext cx="3640525" cy="313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